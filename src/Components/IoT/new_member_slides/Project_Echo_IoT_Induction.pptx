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14" autoAdjust="0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48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nout.xyz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ntent.u-blox.com/sites/default/files/products/documents/u-blox7-V14_ReceiverDescriptionProtocolSpec_(GPS.G7-SW-12001)_Public.pdf" TargetMode="External"/><Relationship Id="rId4" Type="http://schemas.openxmlformats.org/officeDocument/2006/relationships/hyperlink" Target="https://core-electronics.com.au/mini-usb-microphone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12A36"/>
          </a:solidFill>
          <a:ln w="12700">
            <a:solidFill>
              <a:srgbClr val="012A3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766560" y="-457200"/>
            <a:ext cx="2926080" cy="29260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Subteam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828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Echo Induction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11480" y="2880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get started with our Raspberry Pi 3 + Python + MQTT stack.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2743200"/>
            <a:ext cx="1097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411480" y="42062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F344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41148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3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04872" y="42062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F344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2404872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98264" y="42062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F344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4398264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91656" y="42062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F344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6391656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levels welcome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covered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585216" y="17830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8521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1627632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Project 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585216" y="2624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85216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2468880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10128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585216" y="346557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85216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" y="331012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 Setup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62763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5065776" y="17830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22" name="Text 20"/>
          <p:cNvSpPr/>
          <p:nvPr/>
        </p:nvSpPr>
        <p:spPr>
          <a:xfrm>
            <a:off x="506577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9552" y="1627632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Workflows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246888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5065776" y="2624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065776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59552" y="2468880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Team &amp; 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4864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30352" y="11841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Project Echo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56591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Echo is a bioacoustics tool aimed at aiding conservationists in their efforts to protect endangered species.</a:t>
            </a:r>
            <a:r>
              <a:rPr lang="en-AU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AI-driven audio analysis, Project Echo classifies and tracks animal vocalizations in their natural habitats through a network of microphones, offering a non-invasive solution to monitor wildlife.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20624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54864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965192" y="118284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fit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5192" y="156591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member of the Project Echo IoT team you’ll be responsible for the physical aspects of the project: sensing and capturing audio and environmental data in the field and reliably transmitting it to the various other teams.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20624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54864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30352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primary tech 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18341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3  ·  Python  ·  MQTT (Paho) ·  TensorFlow Lite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420624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54864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965192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5192" y="318341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- your primary point of contact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Subteam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Members - listed in the team channel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- for cross-team matters</a:t>
            </a:r>
          </a:p>
          <a:p>
            <a:pPr>
              <a:lnSpc>
                <a:spcPct val="120000"/>
              </a:lnSpc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Project Mentor -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additional concerns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Hardware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252834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40480" cy="156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spcAft>
                <a:spcPts val="400"/>
              </a:spcAft>
              <a:buSzPct val="100000"/>
            </a:pPr>
            <a:r>
              <a:rPr lang="en-AU" sz="1200" dirty="0"/>
              <a:t>Project Echo currently runs on a Raspberry Pi 3. While this gives us more processing and communication headroom, please keep resource usage low. The goal is to eventually deploy on a cheaper, lower-powered board, so design with that constraint in mind. A handy interactive pinout diagram of the Raspberry Pi 3 can be found at </a:t>
            </a:r>
            <a:r>
              <a:rPr lang="en-AU" sz="1200" dirty="0" err="1">
                <a:hlinkClick r:id="rId3"/>
              </a:rPr>
              <a:t>pinout.xyz</a:t>
            </a:r>
            <a:endParaRPr lang="en-AU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252834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8" name="Text 6"/>
          <p:cNvSpPr/>
          <p:nvPr/>
        </p:nvSpPr>
        <p:spPr>
          <a:xfrm>
            <a:off x="48006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2084832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E0F7F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00600" y="20848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GPS/GLONASS (U-blox7)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600200"/>
            <a:ext cx="3742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569464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E0F7F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800600" y="25694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USB microphone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569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brand, similar to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this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054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additional sensors are a temperature/humidity sensor (likely DHT22) and an ambient light sensor (BH1750)</a:t>
            </a:r>
            <a:endParaRPr lang="en-US" sz="10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13632F38-86ED-24CB-040C-99D7FBC0DED0}"/>
              </a:ext>
            </a:extLst>
          </p:cNvPr>
          <p:cNvSpPr/>
          <p:nvPr/>
        </p:nvSpPr>
        <p:spPr>
          <a:xfrm>
            <a:off x="4800600" y="1545933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As of T1 2026 Project Echo consists of 2 sensors with plans to add an additional 2 sensors in the near future</a:t>
            </a:r>
            <a:endParaRPr lang="en-US" sz="12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DCF3CDE6-2A30-285B-36A5-EA66EE83E181}"/>
              </a:ext>
            </a:extLst>
          </p:cNvPr>
          <p:cNvSpPr/>
          <p:nvPr/>
        </p:nvSpPr>
        <p:spPr>
          <a:xfrm>
            <a:off x="6355080" y="20848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GPS module: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Datasheet</a:t>
            </a:r>
            <a:endParaRPr lang="en-US" sz="1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5D54064F-7DB1-5977-F383-FE9DD223BB97}"/>
              </a:ext>
            </a:extLst>
          </p:cNvPr>
          <p:cNvSpPr/>
          <p:nvPr/>
        </p:nvSpPr>
        <p:spPr>
          <a:xfrm>
            <a:off x="365760" y="3778027"/>
            <a:ext cx="8412480" cy="1126481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E7C7192B-CDCE-A5BB-2FDB-434F386F8A5A}"/>
              </a:ext>
            </a:extLst>
          </p:cNvPr>
          <p:cNvSpPr/>
          <p:nvPr/>
        </p:nvSpPr>
        <p:spPr>
          <a:xfrm>
            <a:off x="457200" y="378271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Management</a:t>
            </a:r>
            <a:endParaRPr lang="en-US" sz="14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7AC7DD1C-E936-8616-8372-621D4959418C}"/>
              </a:ext>
            </a:extLst>
          </p:cNvPr>
          <p:cNvSpPr/>
          <p:nvPr/>
        </p:nvSpPr>
        <p:spPr>
          <a:xfrm>
            <a:off x="457200" y="4148477"/>
            <a:ext cx="8229600" cy="581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spcAft>
                <a:spcPts val="400"/>
              </a:spcAft>
              <a:buSzPct val="100000"/>
            </a:pPr>
            <a:r>
              <a:rPr lang="en-AU" sz="1200" dirty="0"/>
              <a:t>The T1 2026 team is developing a dedicated power management solution incorporating a solar panel and battery bank, intended for future deployment. In the meantime, the project is powered by an </a:t>
            </a:r>
            <a:r>
              <a:rPr lang="en-AU" sz="1200" dirty="0" err="1"/>
              <a:t>Innowa</a:t>
            </a:r>
            <a:r>
              <a:rPr lang="en-AU" sz="1200" dirty="0"/>
              <a:t> 2-in-1 wireless charging set, a temporary measure that won't scale to the project's long-term needs.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Dev Environment Setup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are the requirements for working on the Project Echo IoT code.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39" y="1261872"/>
            <a:ext cx="8485057" cy="10972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29768" y="138074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29768" y="1380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737360"/>
            <a:ext cx="8257032" cy="521208"/>
          </a:xfrm>
          <a:prstGeom prst="rect">
            <a:avLst/>
          </a:prstGeom>
          <a:solidFill>
            <a:srgbClr val="050D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8202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https://github.com/DataBytes-Organisation/Project-Echo.git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496312"/>
            <a:ext cx="8485056" cy="10972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29768" y="261518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29768" y="2615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587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project requirements file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" y="2971800"/>
            <a:ext cx="8257032" cy="521208"/>
          </a:xfrm>
          <a:prstGeom prst="rect">
            <a:avLst/>
          </a:prstGeom>
          <a:solidFill>
            <a:srgbClr val="050D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84632" y="2971800"/>
            <a:ext cx="8202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Located in Project-Echo/</a:t>
            </a:r>
            <a:r>
              <a:rPr lang="en-US" sz="9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/Components/IoT/</a:t>
            </a:r>
            <a:r>
              <a:rPr lang="en-US" sz="9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edge_inference</a:t>
            </a: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copy the requirements.txt file to wherever you want to create your virtual environment.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730752"/>
            <a:ext cx="8485056" cy="10972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29768" y="384962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29768" y="3849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822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virtual environment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" y="4206240"/>
            <a:ext cx="8257032" cy="521208"/>
          </a:xfrm>
          <a:prstGeom prst="rect">
            <a:avLst/>
          </a:prstGeom>
          <a:solidFill>
            <a:srgbClr val="050D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84632" y="4206240"/>
            <a:ext cx="8202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</a:t>
            </a:r>
            <a:r>
              <a:rPr lang="en-US" sz="9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(your environment name)</a:t>
            </a:r>
            <a:endParaRPr lang="en-US" sz="950" dirty="0"/>
          </a:p>
          <a:p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(your environment name)/bin/activate</a:t>
            </a:r>
            <a:endParaRPr lang="en-US" sz="950" dirty="0"/>
          </a:p>
          <a:p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</a:t>
            </a:r>
            <a:r>
              <a:rPr lang="en-US" sz="9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server_requirements.txt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Team Workflows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60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- stable, tested code only</a:t>
            </a:r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For your tasks create a branch with the following convention: EIOT/[your initials]/[task name]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each sprint submit a PR; team lead reviews before merging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60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89204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lead will assign your task(s) at the beginning of each sprint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tracked in team project board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with task progress weekly in the MS teams channel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roadblocks with team lead early, don't sit on them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60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Communications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with IoT team 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with Project Mentor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meetings are planned in their respective MS teams group chats with additional communications, please ensure you are checking and answering these groups often.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160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current team code and work can be found at Project-Echo/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/Components/IoT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FontTx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previous implementations and prototypes can be found at Project-Echo/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/Prototypes/IoT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PRs small and focused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Getting Started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solidFill>
            <a:srgbClr val="0D1F3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first steps you should take as part of your capstone journey with the Project Echo IoT team.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20624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84632" y="1965960"/>
            <a:ext cx="32004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84632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Join company/project OnTrack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420624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84632" y="2679192"/>
            <a:ext cx="32004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84632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542032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Attend first company wide meeting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420624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84632" y="3392424"/>
            <a:ext cx="32004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84632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255264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yourself in the IoT team chat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68496"/>
            <a:ext cx="420624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484632" y="4105656"/>
            <a:ext cx="32004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84632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968496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dev environment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1828800"/>
            <a:ext cx="420624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965192" y="1965960"/>
            <a:ext cx="32004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965192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94960" y="1828800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project files (IoT and prototype)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542032"/>
            <a:ext cx="420624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965192" y="2679192"/>
            <a:ext cx="32004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965192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2542032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first IoT team meeting 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3255264"/>
            <a:ext cx="420624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4965192" y="3392424"/>
            <a:ext cx="32004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4965192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3255264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onboarding task in IoT teams channel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0" y="3968496"/>
            <a:ext cx="420624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4965192" y="4105656"/>
            <a:ext cx="32004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965192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3968496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first PR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Feel free to ask in the IoT team channel, or the Project Echo channel. There are no dumb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217920" y="2011680"/>
            <a:ext cx="4114800" cy="4114800"/>
          </a:xfrm>
          <a:prstGeom prst="ellipse">
            <a:avLst/>
          </a:prstGeom>
          <a:solidFill>
            <a:srgbClr val="012A36"/>
          </a:solidFill>
          <a:ln w="12700">
            <a:solidFill>
              <a:srgbClr val="012A3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766560" y="2560320"/>
            <a:ext cx="2926080" cy="29260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build!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1148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IoT subteam.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310896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&amp; codebase — ask team lead for access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channel — ask for invite link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credentials — ask team lead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inventory — ask team lead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T_Subteam_Induction.pptx" id="{703AC6EC-E47D-4C3B-BA4F-FE2BA54171C0}" vid="{37C9C0B6-490B-432E-8F37-D19711778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IoT</Template>
  <TotalTime>56221</TotalTime>
  <Words>806</Words>
  <Application>Microsoft Macintosh PowerPoint</Application>
  <PresentationFormat>On-screen Show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OSCAR DAVIES</dc:creator>
  <cp:lastModifiedBy>OSCAR DAVIES</cp:lastModifiedBy>
  <cp:revision>2</cp:revision>
  <dcterms:created xsi:type="dcterms:W3CDTF">2026-04-20T02:58:20Z</dcterms:created>
  <dcterms:modified xsi:type="dcterms:W3CDTF">2026-05-29T08:49:07Z</dcterms:modified>
</cp:coreProperties>
</file>